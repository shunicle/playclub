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14"/>
  </p:notesMasterIdLst>
  <p:sldIdLst>
    <p:sldId id="279" r:id="rId2"/>
    <p:sldId id="276" r:id="rId3"/>
    <p:sldId id="264" r:id="rId4"/>
    <p:sldId id="268" r:id="rId5"/>
    <p:sldId id="269" r:id="rId6"/>
    <p:sldId id="270" r:id="rId7"/>
    <p:sldId id="271" r:id="rId8"/>
    <p:sldId id="263" r:id="rId9"/>
    <p:sldId id="278" r:id="rId10"/>
    <p:sldId id="272" r:id="rId11"/>
    <p:sldId id="280" r:id="rId12"/>
    <p:sldId id="27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391"/>
    <a:srgbClr val="764596"/>
    <a:srgbClr val="4C4291"/>
    <a:srgbClr val="414291"/>
    <a:srgbClr val="484393"/>
    <a:srgbClr val="9C478A"/>
    <a:srgbClr val="AA5191"/>
    <a:srgbClr val="2B5BA5"/>
    <a:srgbClr val="285AA4"/>
    <a:srgbClr val="315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012" autoAdjust="0"/>
  </p:normalViewPr>
  <p:slideViewPr>
    <p:cSldViewPr snapToGrid="0">
      <p:cViewPr>
        <p:scale>
          <a:sx n="100" d="100"/>
          <a:sy n="100" d="100"/>
        </p:scale>
        <p:origin x="58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88A39-FBD0-4803-B081-179227C31304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952AC-C0F5-4488-AF91-33EF88CB9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089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952AC-C0F5-4488-AF91-33EF88CB97A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322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34698" y="2453391"/>
            <a:ext cx="6346132" cy="1522676"/>
          </a:xfrm>
        </p:spPr>
        <p:txBody>
          <a:bodyPr anchor="ctr">
            <a:normAutofit/>
          </a:bodyPr>
          <a:lstStyle>
            <a:lvl1pPr algn="l">
              <a:defRPr sz="2400" b="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«ТЕМА КУРСОВОЙ РАБОТЫ (ПРОЕКТА)»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6" r="49722" b="19357"/>
          <a:stretch/>
        </p:blipFill>
        <p:spPr>
          <a:xfrm>
            <a:off x="6556531" y="808958"/>
            <a:ext cx="5576500" cy="4806062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570629" y="4010120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634698" y="4449555"/>
            <a:ext cx="6700974" cy="70646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ИВАНОВ ИВАН ИВАНОВИЧ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637150" y="1359011"/>
            <a:ext cx="2441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634698" y="2123477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ТЕМУ</a:t>
            </a:r>
          </a:p>
        </p:txBody>
      </p:sp>
      <p:sp>
        <p:nvSpPr>
          <p:cNvPr id="25" name="Текст 9"/>
          <p:cNvSpPr>
            <a:spLocks noGrp="1"/>
          </p:cNvSpPr>
          <p:nvPr>
            <p:ph type="body" sz="quarter" idx="17" hasCustomPrompt="1"/>
          </p:nvPr>
        </p:nvSpPr>
        <p:spPr>
          <a:xfrm>
            <a:off x="3952616" y="3997677"/>
            <a:ext cx="959937" cy="36705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Н1812</a:t>
            </a:r>
          </a:p>
        </p:txBody>
      </p:sp>
      <p:sp>
        <p:nvSpPr>
          <p:cNvPr id="26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34698" y="6084911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МОСКВА 2026</a:t>
            </a:r>
          </a:p>
        </p:txBody>
      </p:sp>
      <p:sp>
        <p:nvSpPr>
          <p:cNvPr id="27" name="Прямоугольник 26"/>
          <p:cNvSpPr/>
          <p:nvPr userDrawn="1"/>
        </p:nvSpPr>
        <p:spPr>
          <a:xfrm>
            <a:off x="570629" y="5179157"/>
            <a:ext cx="62505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</a:p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КУРСОВОГО ПРОЕКТА:</a:t>
            </a:r>
          </a:p>
          <a:p>
            <a:pPr lvl="0" algn="l">
              <a:lnSpc>
                <a:spcPct val="150000"/>
              </a:lnSpc>
            </a:pP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Текст 14"/>
          <p:cNvSpPr>
            <a:spLocks noGrp="1"/>
          </p:cNvSpPr>
          <p:nvPr>
            <p:ph type="body" sz="quarter" idx="18" hasCustomPrompt="1"/>
          </p:nvPr>
        </p:nvSpPr>
        <p:spPr>
          <a:xfrm>
            <a:off x="3933594" y="5615020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И.О.</a:t>
            </a: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84417" y="437781"/>
            <a:ext cx="11841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algn="ctr" defTabSz="914400" rtl="0" eaLnBrk="1" latinLnBrk="0" hangingPunct="1"/>
            <a:r>
              <a:rPr lang="ru-RU" sz="1200" kern="1200" dirty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ДЕПАРТАМЕНТ ОБРАЗОВАНИЯ И НАУКИ ГОРОДА МОСКВЫ</a:t>
            </a:r>
          </a:p>
          <a:p>
            <a:pPr algn="ctr"/>
            <a:r>
              <a:rPr lang="ru-RU" sz="1200" kern="1200" dirty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 города Москвы</a:t>
            </a:r>
          </a:p>
          <a:p>
            <a:pPr algn="ctr"/>
            <a:r>
              <a:rPr lang="ru-RU" sz="1200" kern="1200" dirty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«Колледж автоматизации и информационных технологий № 20»</a:t>
            </a:r>
          </a:p>
        </p:txBody>
      </p:sp>
    </p:spTree>
    <p:extLst>
      <p:ext uri="{BB962C8B-B14F-4D97-AF65-F5344CB8AC3E}">
        <p14:creationId xmlns:p14="http://schemas.microsoft.com/office/powerpoint/2010/main" val="73877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1" y="0"/>
            <a:ext cx="1413862" cy="6858000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720583" y="1807134"/>
            <a:ext cx="8645178" cy="1888887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C42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 ПОДРАЗДЕЛА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6" y="244739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9287111">
            <a:off x="-370082" y="1666669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1720583" y="3696021"/>
            <a:ext cx="6529387" cy="990600"/>
          </a:xfrm>
        </p:spPr>
        <p:txBody>
          <a:bodyPr/>
          <a:lstStyle>
            <a:lvl1pPr marL="0" indent="0">
              <a:buNone/>
              <a:defRPr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62676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араллелограмм 7"/>
          <p:cNvSpPr/>
          <p:nvPr userDrawn="1"/>
        </p:nvSpPr>
        <p:spPr>
          <a:xfrm rot="13887111">
            <a:off x="10286727" y="638748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838200" y="1938701"/>
            <a:ext cx="10515600" cy="435133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9717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0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06500" y="328229"/>
            <a:ext cx="10247299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4"/>
            <a:ext cx="5147663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араллелограмм 7"/>
          <p:cNvSpPr/>
          <p:nvPr userDrawn="1"/>
        </p:nvSpPr>
        <p:spPr>
          <a:xfrm rot="13887111">
            <a:off x="10286727" y="584961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>
          <a:xfrm>
            <a:off x="6206138" y="1299566"/>
            <a:ext cx="5147662" cy="4990474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для вставки таблицы, диаграммы, схемы, видео, фото, рисунок.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1952472"/>
            <a:ext cx="5147663" cy="4337568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Образец 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51294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3887111">
            <a:off x="10286727" y="57727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 hasCustomPrompt="1"/>
          </p:nvPr>
        </p:nvSpPr>
        <p:spPr>
          <a:xfrm>
            <a:off x="838199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0" hasCustomPrompt="1"/>
          </p:nvPr>
        </p:nvSpPr>
        <p:spPr>
          <a:xfrm>
            <a:off x="6286499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4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780330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60396" y="328228"/>
            <a:ext cx="10293403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3887111">
            <a:off x="10286727" y="50043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5"/>
            <a:ext cx="10515600" cy="499047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Вставьте текст</a:t>
            </a:r>
          </a:p>
        </p:txBody>
      </p:sp>
    </p:spTree>
    <p:extLst>
      <p:ext uri="{BB962C8B-B14F-4D97-AF65-F5344CB8AC3E}">
        <p14:creationId xmlns:p14="http://schemas.microsoft.com/office/powerpoint/2010/main" val="302494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 rot="16200000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>
          <a:xfrm rot="13887111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52820" y="328229"/>
            <a:ext cx="42646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>
          <a:xfrm>
            <a:off x="5484576" y="328229"/>
            <a:ext cx="6438483" cy="6147228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6"/>
            <a:ext cx="4379260" cy="4990474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Вставьте текст</a:t>
            </a:r>
          </a:p>
        </p:txBody>
      </p:sp>
    </p:spTree>
    <p:extLst>
      <p:ext uri="{BB962C8B-B14F-4D97-AF65-F5344CB8AC3E}">
        <p14:creationId xmlns:p14="http://schemas.microsoft.com/office/powerpoint/2010/main" val="3847718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 rot="16200000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>
          <a:xfrm rot="13887111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99720" y="328229"/>
            <a:ext cx="42177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>
          <a:xfrm>
            <a:off x="8840636" y="3403122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6"/>
            <a:ext cx="4379260" cy="504654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Вставьте текст</a:t>
            </a:r>
          </a:p>
        </p:txBody>
      </p:sp>
      <p:sp>
        <p:nvSpPr>
          <p:cNvPr id="8" name="Объект 2"/>
          <p:cNvSpPr>
            <a:spLocks noGrp="1"/>
          </p:cNvSpPr>
          <p:nvPr>
            <p:ph idx="11" hasCustomPrompt="1"/>
          </p:nvPr>
        </p:nvSpPr>
        <p:spPr>
          <a:xfrm>
            <a:off x="5596693" y="3403121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>
          <a:xfrm>
            <a:off x="8840636" y="328228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3" hasCustomPrompt="1"/>
          </p:nvPr>
        </p:nvSpPr>
        <p:spPr>
          <a:xfrm>
            <a:off x="5596693" y="328227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245208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3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E0170-5F17-4EB0-BFA4-80529005E784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0E90D-BAE5-4CAD-8485-89BE0E092D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36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Проектирование и разработка приложения для управления заявками в игровом клубе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Егоров Кирилл Денисович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ИСП222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dirty="0"/>
              <a:t>ЛИСАВИНА А. В.</a:t>
            </a:r>
          </a:p>
        </p:txBody>
      </p:sp>
    </p:spTree>
    <p:extLst>
      <p:ext uri="{BB962C8B-B14F-4D97-AF65-F5344CB8AC3E}">
        <p14:creationId xmlns:p14="http://schemas.microsoft.com/office/powerpoint/2010/main" val="3998438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Цель</a:t>
            </a:r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D6B0379D-2F37-420A-BE92-3CC290CAA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565"/>
            <a:ext cx="10515600" cy="4990474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Цель проекта – разработать приложение для автоматизации учета заявок в игровом клубе, обеспечивающее удобную работу для сотрудников и клиентов заведения.</a:t>
            </a:r>
          </a:p>
          <a:p>
            <a:pPr algn="just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54089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Задачи</a:t>
            </a:r>
          </a:p>
        </p:txBody>
      </p:sp>
      <p:sp>
        <p:nvSpPr>
          <p:cNvPr id="5" name="Объект 6">
            <a:extLst>
              <a:ext uri="{FF2B5EF4-FFF2-40B4-BE49-F238E27FC236}">
                <a16:creationId xmlns:a16="http://schemas.microsoft.com/office/drawing/2014/main" id="{2B13706B-8E96-4F2C-88FE-853E20A05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565"/>
            <a:ext cx="10515600" cy="4990474"/>
          </a:xfrm>
        </p:spPr>
        <p:txBody>
          <a:bodyPr>
            <a:normAutofit/>
          </a:bodyPr>
          <a:lstStyle/>
          <a:p>
            <a:r>
              <a:rPr lang="ru-RU" sz="2400" dirty="0"/>
              <a:t>1)	Проанализировать бизнес-процессы игрового клуба и выявить проблемы существующего подхода к учету заявок;</a:t>
            </a:r>
            <a:endParaRPr lang="en-US" sz="2400" dirty="0"/>
          </a:p>
          <a:p>
            <a:r>
              <a:rPr lang="ru-RU" sz="2400" dirty="0"/>
              <a:t>2)	Изучить аналогичные программные решения и определить их недостатки применительно к условиям небольшого клуба;</a:t>
            </a:r>
            <a:endParaRPr lang="en-US" sz="2400" dirty="0"/>
          </a:p>
          <a:p>
            <a:r>
              <a:rPr lang="ru-RU" sz="2400" dirty="0"/>
              <a:t>3)	Сформулировать функциональные и нефункциональные требования к разрабатываемой системе;</a:t>
            </a:r>
            <a:endParaRPr lang="en-US" sz="2400" dirty="0"/>
          </a:p>
          <a:p>
            <a:r>
              <a:rPr lang="ru-RU" sz="2400" dirty="0"/>
              <a:t>4)	Спроектировать структуру базы данных и диаграмму вариантов использования;</a:t>
            </a:r>
            <a:endParaRPr lang="en-US" sz="2400" dirty="0"/>
          </a:p>
          <a:p>
            <a:r>
              <a:rPr lang="ru-RU" sz="2400" dirty="0"/>
              <a:t>5)	Реализовать приложение;</a:t>
            </a:r>
            <a:endParaRPr lang="en-US" sz="2400" dirty="0"/>
          </a:p>
          <a:p>
            <a:r>
              <a:rPr lang="en-US" sz="2400" dirty="0"/>
              <a:t>6)	</a:t>
            </a:r>
            <a:r>
              <a:rPr lang="ru-RU" sz="2400" dirty="0"/>
              <a:t>Провести тестирование системы и проверить корректность выполнения всех функций</a:t>
            </a:r>
            <a:r>
              <a:rPr lang="ru-RU" dirty="0"/>
              <a:t>.</a:t>
            </a:r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3994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Актуальность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Игровые клубы, ведущие учёт заявок вручную, регулярно сталкиваются с потерей данных, путаницей и снижением качества обслуживания.</a:t>
            </a:r>
          </a:p>
        </p:txBody>
      </p:sp>
    </p:spTree>
    <p:extLst>
      <p:ext uri="{BB962C8B-B14F-4D97-AF65-F5344CB8AC3E}">
        <p14:creationId xmlns:p14="http://schemas.microsoft.com/office/powerpoint/2010/main" val="153161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Используемый стек технологий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000" dirty="0"/>
              <a:t>Проанализировав все варианты инструментов для разработки проекта, был выбран следующий стек технологий:</a:t>
            </a:r>
          </a:p>
          <a:p>
            <a:pPr algn="just"/>
            <a:r>
              <a:rPr lang="ru-RU" sz="2000" dirty="0"/>
              <a:t>—	</a:t>
            </a:r>
            <a:r>
              <a:rPr lang="en-US" sz="2000" dirty="0"/>
              <a:t>Visio</a:t>
            </a:r>
            <a:endParaRPr lang="ru-RU" sz="2000" dirty="0"/>
          </a:p>
          <a:p>
            <a:pPr algn="just"/>
            <a:r>
              <a:rPr lang="ru-RU" sz="2000" dirty="0"/>
              <a:t>—	</a:t>
            </a:r>
            <a:r>
              <a:rPr lang="ru-RU" sz="2000" dirty="0" err="1"/>
              <a:t>Visual</a:t>
            </a:r>
            <a:r>
              <a:rPr lang="ru-RU" sz="2000" dirty="0"/>
              <a:t> </a:t>
            </a:r>
            <a:r>
              <a:rPr lang="ru-RU" sz="2000" dirty="0" err="1"/>
              <a:t>Studio</a:t>
            </a:r>
            <a:endParaRPr lang="ru-RU" sz="2000" dirty="0"/>
          </a:p>
          <a:p>
            <a:pPr algn="just"/>
            <a:r>
              <a:rPr lang="ru-RU" sz="2000" dirty="0"/>
              <a:t>—	</a:t>
            </a:r>
            <a:r>
              <a:rPr lang="en-US" sz="2000" dirty="0"/>
              <a:t>MySQL</a:t>
            </a:r>
            <a:endParaRPr lang="ru-RU" sz="2000" dirty="0"/>
          </a:p>
          <a:p>
            <a:pPr algn="just"/>
            <a:r>
              <a:rPr lang="ru-RU" sz="2000" dirty="0"/>
              <a:t>—	</a:t>
            </a:r>
            <a:r>
              <a:rPr lang="en-US" sz="2000" dirty="0"/>
              <a:t>C#</a:t>
            </a:r>
            <a:endParaRPr lang="ru-RU" sz="2000" dirty="0"/>
          </a:p>
          <a:p>
            <a:pPr algn="just"/>
            <a:r>
              <a:rPr lang="ru-RU" sz="2000" dirty="0"/>
              <a:t>—	</a:t>
            </a:r>
            <a:r>
              <a:rPr lang="ru-RU" sz="2000" dirty="0" err="1"/>
              <a:t>Windows</a:t>
            </a:r>
            <a:r>
              <a:rPr lang="ru-RU" sz="2000" dirty="0"/>
              <a:t> </a:t>
            </a:r>
            <a:r>
              <a:rPr lang="ru-RU" sz="2000" dirty="0" err="1"/>
              <a:t>Forms</a:t>
            </a:r>
            <a:endParaRPr lang="ru-RU" sz="2000" dirty="0"/>
          </a:p>
          <a:p>
            <a:pPr algn="just"/>
            <a:endParaRPr lang="ru-RU" sz="2000" dirty="0"/>
          </a:p>
          <a:p>
            <a:pPr algn="just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pic>
        <p:nvPicPr>
          <p:cNvPr id="1026" name="Picture 2" descr="GitHub - daniel2IT/CarAndGoWebApp: Here is a ASP.NET Core MVC Application, w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42" y="4294772"/>
            <a:ext cx="2547025" cy="159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323" y="4256638"/>
            <a:ext cx="1444160" cy="166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3D51EA-5477-4C78-83A4-B62530ABA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712" y="4256638"/>
            <a:ext cx="1670449" cy="166435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8F27E04-41FD-4C64-99D2-B93C59AEC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251" y="4250541"/>
            <a:ext cx="1755800" cy="167044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DE60D2-2675-41BD-969C-E3616A822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45" y="4249319"/>
            <a:ext cx="1591194" cy="15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4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Диаграмма «сущность-связь»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1E0D39-DE17-4E83-A7DA-614C12A7E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191" y="1286405"/>
            <a:ext cx="7283489" cy="45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Диаграмма вариантов использования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80F99A-1A65-443F-8C3C-97E318236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60" y="1636055"/>
            <a:ext cx="9132113" cy="39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ru-RU" sz="1600" b="1" dirty="0"/>
          </a:p>
        </p:txBody>
      </p:sp>
      <p:sp>
        <p:nvSpPr>
          <p:cNvPr id="3" name="Объект 2"/>
          <p:cNvSpPr>
            <a:spLocks noGrp="1"/>
          </p:cNvSpPr>
          <p:nvPr>
            <p:ph idx="10"/>
          </p:nvPr>
        </p:nvSpPr>
        <p:spPr>
          <a:xfrm>
            <a:off x="6286498" y="1786301"/>
            <a:ext cx="5067301" cy="4351338"/>
          </a:xfrm>
        </p:spPr>
        <p:txBody>
          <a:bodyPr/>
          <a:lstStyle/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E704C1-DF16-4EBC-BA7A-C90A539A2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88" y="2148765"/>
            <a:ext cx="5179025" cy="333773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FDEEC3-1746-43CC-A8B5-68F09DBF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48765"/>
            <a:ext cx="5487353" cy="333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06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AA003B-426F-4469-B1A8-B5ECFC978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82" y="2198193"/>
            <a:ext cx="5429652" cy="33230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5BB43D-0B39-416F-86B7-D34460F47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341" y="2198193"/>
            <a:ext cx="5478877" cy="332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46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Фрагмент программного кода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8A821C-A297-47C2-B6C0-C94D3BD56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74" y="1606301"/>
            <a:ext cx="8918446" cy="364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0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Заключение</a:t>
            </a: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643CA5B4-5ACB-40BF-BEA6-BAFAAE728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565"/>
            <a:ext cx="10515600" cy="499047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Цель проекта достигнута: приложение автоматизирует учет заявок в игровом клубе и обеспечивает удобную работу для обеих категорий пользователей.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Варианты для расширения функционала приложения:</a:t>
            </a:r>
          </a:p>
          <a:p>
            <a:pPr algn="just"/>
            <a:r>
              <a:rPr lang="ru-RU" dirty="0"/>
              <a:t>	 </a:t>
            </a:r>
            <a:r>
              <a:rPr lang="ru-RU" sz="2400" dirty="0"/>
              <a:t>— Добавление уведомлений при изменении статуса заявки</a:t>
            </a:r>
            <a:r>
              <a:rPr lang="en-US" sz="2400" dirty="0"/>
              <a:t>;</a:t>
            </a:r>
            <a:endParaRPr lang="ru-RU" sz="2400" dirty="0"/>
          </a:p>
          <a:p>
            <a:pPr algn="just"/>
            <a:r>
              <a:rPr lang="ru-RU" sz="2400" dirty="0"/>
              <a:t>	 — Реализация веб-версии приложения</a:t>
            </a:r>
            <a:r>
              <a:rPr lang="en-US" sz="2400" dirty="0"/>
              <a:t>;</a:t>
            </a:r>
            <a:endParaRPr lang="ru-RU" sz="2400" dirty="0"/>
          </a:p>
          <a:p>
            <a:pPr algn="just"/>
            <a:r>
              <a:rPr lang="ru-RU" sz="2400" dirty="0"/>
              <a:t>	 — Расширение ролевой модели.</a:t>
            </a:r>
          </a:p>
          <a:p>
            <a:pPr algn="just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10311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694206" y="223290"/>
            <a:ext cx="8645178" cy="1117137"/>
          </a:xfrm>
        </p:spPr>
        <p:txBody>
          <a:bodyPr>
            <a:normAutofit/>
          </a:bodyPr>
          <a:lstStyle/>
          <a:p>
            <a:r>
              <a:rPr lang="ru-RU" sz="4000" dirty="0"/>
              <a:t>Спасибо за внимание!</a:t>
            </a:r>
          </a:p>
        </p:txBody>
      </p:sp>
      <p:sp>
        <p:nvSpPr>
          <p:cNvPr id="8" name="Текст 9"/>
          <p:cNvSpPr>
            <a:spLocks noGrp="1"/>
          </p:cNvSpPr>
          <p:nvPr>
            <p:ph type="body" sz="quarter" idx="10"/>
          </p:nvPr>
        </p:nvSpPr>
        <p:spPr>
          <a:xfrm>
            <a:off x="1723458" y="4566153"/>
            <a:ext cx="6700974" cy="7064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Егоров Кирилл Денисович</a:t>
            </a:r>
          </a:p>
        </p:txBody>
      </p:sp>
      <p:sp>
        <p:nvSpPr>
          <p:cNvPr id="11" name="Текст 9"/>
          <p:cNvSpPr>
            <a:spLocks noGrp="1"/>
          </p:cNvSpPr>
          <p:nvPr>
            <p:ph type="body" sz="quarter" idx="4294967295"/>
          </p:nvPr>
        </p:nvSpPr>
        <p:spPr>
          <a:xfrm>
            <a:off x="4929447" y="4113415"/>
            <a:ext cx="1097280" cy="3667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ИСП222</a:t>
            </a:r>
          </a:p>
        </p:txBody>
      </p:sp>
      <p:sp>
        <p:nvSpPr>
          <p:cNvPr id="14" name="Текст 14"/>
          <p:cNvSpPr>
            <a:spLocks noGrp="1"/>
          </p:cNvSpPr>
          <p:nvPr>
            <p:ph type="body" sz="quarter" idx="4294967295"/>
          </p:nvPr>
        </p:nvSpPr>
        <p:spPr>
          <a:xfrm>
            <a:off x="5090827" y="5381785"/>
            <a:ext cx="2300287" cy="4048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ЛИСАВИНА А. В.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723457" y="2400712"/>
            <a:ext cx="6734741" cy="1522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/>
              <a:t>Проектирование и разработка приложения для управления заявками в игровом клубе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6" r="49722" b="19357"/>
          <a:stretch/>
        </p:blipFill>
        <p:spPr>
          <a:xfrm>
            <a:off x="8458199" y="1241817"/>
            <a:ext cx="3331931" cy="28715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52908" y="4126718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725910" y="1475609"/>
            <a:ext cx="2441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23458" y="2070798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ТЕМУ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732126" y="4984028"/>
            <a:ext cx="3521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</a:p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КУРСОВОГО ПРОЕКТА:</a:t>
            </a:r>
          </a:p>
          <a:p>
            <a:pPr lvl="0" algn="l">
              <a:lnSpc>
                <a:spcPct val="150000"/>
              </a:lnSpc>
            </a:pP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67204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813</TotalTime>
  <Words>275</Words>
  <Application>Microsoft Office PowerPoint</Application>
  <PresentationFormat>Широкоэкранный</PresentationFormat>
  <Paragraphs>52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1_Тема Office</vt:lpstr>
      <vt:lpstr>Проектирование и разработка приложения для управления заявками в игровом клубе</vt:lpstr>
      <vt:lpstr>Цель</vt:lpstr>
      <vt:lpstr>Задачи</vt:lpstr>
      <vt:lpstr>Актуальность</vt:lpstr>
      <vt:lpstr>Используемый стек технологий</vt:lpstr>
      <vt:lpstr>Диаграмма «сущность-связь»</vt:lpstr>
      <vt:lpstr>Диаграмма вариантов использования</vt:lpstr>
      <vt:lpstr>Интерфейс системы</vt:lpstr>
      <vt:lpstr>Интерфейс системы</vt:lpstr>
      <vt:lpstr>Фрагмент программного кода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Савельев</dc:creator>
  <cp:lastModifiedBy>User</cp:lastModifiedBy>
  <cp:revision>104</cp:revision>
  <dcterms:created xsi:type="dcterms:W3CDTF">2023-03-20T17:08:26Z</dcterms:created>
  <dcterms:modified xsi:type="dcterms:W3CDTF">2026-04-07T09:38:42Z</dcterms:modified>
</cp:coreProperties>
</file>